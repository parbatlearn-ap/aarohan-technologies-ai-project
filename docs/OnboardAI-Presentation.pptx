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2743200" cy="11521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OnboardAI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Employee Pre-boarding &amp; Onboarding Command Center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All 2.0 · Cowork Capstone · Use Case 2 — People Ops &amp; Onboarding Concierge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Amol Parbat · 25 Sep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hire's first two weeks are scattered across people, tools and documents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298448"/>
            <a:ext cx="2615184" cy="64008"/>
          </a:xfrm>
          <a:prstGeom prst="rect">
            <a:avLst/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4475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questions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7830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Ops answers the same leave, hours and document questions again and again — by hand.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298448"/>
            <a:ext cx="2615184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0712" y="144475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17830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bots answer confidently but not from THIS company's policies — so answers can be wrong.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2801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53328" y="1298448"/>
            <a:ext cx="2615184" cy="64008"/>
          </a:xfrm>
          <a:prstGeom prst="rect">
            <a:avLst/>
          </a:prstGeom>
          <a:solidFill>
            <a:srgbClr val="F7A823"/>
          </a:solidFill>
          <a:ln w="12700">
            <a:solidFill>
              <a:srgbClr val="F7A8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44475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found late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78308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BGV discrepancy or missing bank form is noticed only when payroll slips.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slow, inconsistent onboarding and a poor first impression for the new hire.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one AI command center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company data — every answer comes from a tool, not LLM memory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2588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344168"/>
            <a:ext cx="1911096" cy="64008"/>
          </a:xfrm>
          <a:prstGeom prst="rect">
            <a:avLst/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9047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828800"/>
            <a:ext cx="161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 (Groq) + Gmail email + Calendar invite for virtual roles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42032" y="132588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344168"/>
            <a:ext cx="1911096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06624" y="149047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06624" y="1828800"/>
            <a:ext cx="161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answers from Aarohan's own policies, with source &amp; confidence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26864" y="132588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45152" y="1344168"/>
            <a:ext cx="1911096" cy="64008"/>
          </a:xfrm>
          <a:prstGeom prst="rect">
            <a:avLst/>
          </a:prstGeom>
          <a:solidFill>
            <a:srgbClr val="4CC57A"/>
          </a:solidFill>
          <a:ln w="12700">
            <a:solidFill>
              <a:srgbClr val="4CC5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91456" y="149047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1828800"/>
            <a:ext cx="161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%, blockers and next priorities per new hire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711696" y="1325880"/>
            <a:ext cx="1947672" cy="2011680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9984" y="1344168"/>
            <a:ext cx="1911096" cy="64008"/>
          </a:xfrm>
          <a:prstGeom prst="rect">
            <a:avLst/>
          </a:prstGeom>
          <a:solidFill>
            <a:srgbClr val="F7A823"/>
          </a:solidFill>
          <a:ln w="12700">
            <a:solidFill>
              <a:srgbClr val="F7A8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76288" y="1490472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76288" y="1828800"/>
            <a:ext cx="1618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/ legal / grievance questions escalated to a human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People Ops coordinators (primary) · Hiring managers · New hires (via assistant)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OnboardAI overview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tabs — simple enough for a non-technical HR user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29768" y="1161288"/>
            <a:ext cx="4809744" cy="304841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8" name="Image 1" descr="/home/claude/repo/docs/screenshots/1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754880" cy="299355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12344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new hires, average progress, pending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Welcome — generate, review, send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Assistant — Quick Lookup, Policy Intelligence, AI chat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Progress — status, tasks, blockers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taken from the Aarohan logo; works on mobile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thing that works: static page + one serverless function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D2552"/>
          </a:solidFill>
          <a:ln w="12700">
            <a:solidFill>
              <a:srgbClr val="0D255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· no keys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210312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032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· keys in env vars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0240" y="2560320"/>
            <a:ext cx="640080" cy="0"/>
          </a:xfrm>
          <a:prstGeom prst="line">
            <a:avLst/>
          </a:prstGeom>
          <a:noFill/>
          <a:ln w="19050">
            <a:solidFill>
              <a:srgbClr val="5D6B8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20640" y="11430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7A823"/>
          </a:solidFill>
          <a:ln w="12700">
            <a:solidFill>
              <a:srgbClr val="F7A82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114300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4CC57A"/>
          </a:solidFill>
          <a:ln w="12700">
            <a:solidFill>
              <a:srgbClr val="4CC5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206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· tasks · pgvector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120640" y="315468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20640" y="315468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MCP ×4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89120" y="2377440"/>
            <a:ext cx="731520" cy="-868680"/>
          </a:xfrm>
          <a:prstGeom prst="line">
            <a:avLst/>
          </a:prstGeom>
          <a:noFill/>
          <a:ln w="19050">
            <a:solidFill>
              <a:srgbClr val="5D6B8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389120" y="2560320"/>
            <a:ext cx="731520" cy="-45720"/>
          </a:xfrm>
          <a:prstGeom prst="line">
            <a:avLst/>
          </a:prstGeom>
          <a:noFill/>
          <a:ln w="19050">
            <a:solidFill>
              <a:srgbClr val="5D6B8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389120" y="2743200"/>
            <a:ext cx="731520" cy="777240"/>
          </a:xfrm>
          <a:prstGeom prst="line">
            <a:avLst/>
          </a:prstGeom>
          <a:noFill/>
          <a:ln w="19050">
            <a:solidFill>
              <a:srgbClr val="5D6B8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132320" y="114300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132320" y="1143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Lookup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132320" y="1856232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32320" y="185623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32320" y="2569464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256946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Progress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132320" y="3282696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32320" y="32826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 Welcome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675120" y="3520440"/>
            <a:ext cx="457200" cy="0"/>
          </a:xfrm>
          <a:prstGeom prst="line">
            <a:avLst/>
          </a:prstGeom>
          <a:noFill/>
          <a:ln w="19050">
            <a:solidFill>
              <a:srgbClr val="5D6B84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512064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Google Calendar · Google Drive · Gemini embeddings (inside n8n)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and decides — tools supply the facts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252728"/>
            <a:ext cx="3986784" cy="64008"/>
          </a:xfrm>
          <a:prstGeom prst="rect">
            <a:avLst/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99032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writing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737360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drafts a warm, human welcome note using the hire's role, department, start date and work mode.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1728" y="1252728"/>
            <a:ext cx="3986784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28032" y="1399032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(RAG)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828032" y="1737360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38 policy chunks; confidence gating decides; Groq only rephrases the evidence.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" y="2807208"/>
            <a:ext cx="3986784" cy="64008"/>
          </a:xfrm>
          <a:prstGeom prst="rect">
            <a:avLst/>
          </a:prstGeom>
          <a:solidFill>
            <a:srgbClr val="4CC57A"/>
          </a:solidFill>
          <a:ln w="12700">
            <a:solidFill>
              <a:srgbClr val="4CC5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953512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use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3291840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uses Groq tool-calling: it picks get_policy, answer_policy_question, get_onboarding_status or list_new_hires.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2788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1728" y="2807208"/>
            <a:ext cx="3986784" cy="64008"/>
          </a:xfrm>
          <a:prstGeom prst="rect">
            <a:avLst/>
          </a:prstGeom>
          <a:solidFill>
            <a:srgbClr val="F7A823"/>
          </a:solidFill>
          <a:ln w="12700">
            <a:solidFill>
              <a:srgbClr val="F7A82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28032" y="2953512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3291840"/>
            <a:ext cx="3694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legal, grievance, termination → escalated to a human before the LLM runs. No cross-employee data sharing.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MCP servers — used by the web app AND by Claude Cowork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endpoint (n8n)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55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onboardai-policy-lookup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text + Google Drive source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onboardai-policy-intelligence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answer_policy_question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Answer, source section, similarity, confidence, human-review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onboardai-onboarding-progress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get_onboarding_status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complete, status, blockers, next priorities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onboardai-new-hire-welcome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onboard_new_hire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sent / calendar created (virtual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speaks MCP directly: initialize → tools/call over Streamable HTTP (JSON or SSE). Every result in the UI shows which MCP tool answered.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integration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= thin MCP wrapper + a Logic workflow that does the real work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234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Trigger → "Call n8n Workflow Tool" → Engine (Logic) sub-workflow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read n8n Data Tables (Employees, Tasks, Documents, Policies)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engine: Gmail send → IF virtual → Google Calendar event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engine: Gemini embedding → Supabase pgvector top-5 → deterministic evidence &amp; confidence rules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workflows + data exported to n8n-backup/ (credentials stripped) before the trial ends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23444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87568" y="1252728"/>
            <a:ext cx="2980944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33872" y="1399032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833872" y="1737360"/>
            <a:ext cx="26883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(what counts as "Blocked", when to ask a human) live in visible, auditable workflows — not hidden inside a prompt.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+ vector search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252728"/>
            <a:ext cx="2615184" cy="64008"/>
          </a:xfrm>
          <a:prstGeom prst="rect">
            <a:avLst/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onboarding_employees / tasks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73736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New-hire list and task checklist. New hires added in the app get a default checklist automatically.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252728"/>
            <a:ext cx="2615184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071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policy_chunks (pgvector)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173736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chunks from 8 Google Drive policy docs, 768-dim embeddings, cosine search via the Intelligence MCP.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2344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53328" y="1252728"/>
            <a:ext cx="2615184" cy="64008"/>
          </a:xfrm>
          <a:prstGeom prst="rect">
            <a:avLst/>
          </a:prstGeom>
          <a:solidFill>
            <a:srgbClr val="4CC57A"/>
          </a:solidFill>
          <a:ln w="12700">
            <a:solidFill>
              <a:srgbClr val="4CC5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onboarding_activity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737360"/>
            <a:ext cx="2322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welcome sent (email + calendar status), chat tool usage.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table · accessed only from the server function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LLM provider — fast, free tier, key never leaves the server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llama-3.3-70b-versatile (configurable via GROQ_MODEL)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drafting · evidence → plain-English answers · tool-calling chat agent (max 4 tool rounds)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GROQ_API_KEY stored as a Netlify secret env var; browser only calls /api/*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providers — one predictable, low-cost dependency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from the local test run (same UI as deployed)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8328" y="1161288"/>
            <a:ext cx="2752344" cy="175313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8" name="Image 1" descr="/home/claude/repo/docs/screenshots/2-wel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2697480" cy="169826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191256" y="1161288"/>
            <a:ext cx="2752344" cy="175313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10" name="Image 2" descr="/home/claude/repo/docs/screenshots/3-policy-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1188720"/>
            <a:ext cx="2697480" cy="169826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44184" y="1161288"/>
            <a:ext cx="2752344" cy="1753131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pic>
        <p:nvPicPr>
          <p:cNvPr id="12" name="Image 3" descr="/home/claude/repo/docs/screenshots/4-progr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188720"/>
            <a:ext cx="2697480" cy="1698267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65760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Welcome: draft → send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3218688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answers + chat with tool trace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6071616" y="30175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 status, tasks, blockers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 (5 minutes)</a:t>
            </a:r>
            <a:endParaRPr lang="en-US" sz="2400" dirty="0"/>
          </a:p>
        </p:txBody>
      </p:sp>
      <p:pic>
        <p:nvPicPr>
          <p:cNvPr id="5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960120"/>
            <a:ext cx="411480" cy="411480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960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5 new hires, average progress, pending tasks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563624"/>
            <a:ext cx="411480" cy="411480"/>
          </a:xfrm>
          <a:prstGeom prst="ellipse">
            <a:avLst/>
          </a:prstGeom>
          <a:solidFill>
            <a:srgbClr val="1AA39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563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56362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Devika (virtual): Groq note → Send → Gmail email + Calendar invite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167128"/>
            <a:ext cx="411480" cy="411480"/>
          </a:xfrm>
          <a:prstGeom prst="ellipse">
            <a:avLst/>
          </a:prstGeom>
          <a:solidFill>
            <a:srgbClr val="4CC57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16712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"What is the leave policy?" → Quick Lookup with Drive link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770632"/>
            <a:ext cx="411480" cy="411480"/>
          </a:xfrm>
          <a:prstGeom prst="ellipse">
            <a:avLst/>
          </a:prstGeom>
          <a:solidFill>
            <a:srgbClr val="F7A8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7706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"Day-1 schedule for remote hires" → Intelligence: high confidence + source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374136"/>
            <a:ext cx="411480" cy="411480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3374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3741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for Arjun (EMP-1003): Blocked — BGV discrepancy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1AA39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3977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"Can I get a salary hike?" → escalated to a human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— to be measured in a pilot, not yet proven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" y="1252728"/>
            <a:ext cx="2615184" cy="64008"/>
          </a:xfrm>
          <a:prstGeom prst="rect">
            <a:avLst/>
          </a:prstGeom>
          <a:solidFill>
            <a:srgbClr val="1565D8"/>
          </a:solidFill>
          <a:ln w="12700">
            <a:solidFill>
              <a:srgbClr val="1565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back for People Ops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73736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policy questions and status checks answered self-serve; welcome + invite in one click.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64408" y="1252728"/>
            <a:ext cx="2615184" cy="64008"/>
          </a:xfrm>
          <a:prstGeom prst="rect">
            <a:avLst/>
          </a:prstGeom>
          <a:solidFill>
            <a:srgbClr val="1AA39A"/>
          </a:solidFill>
          <a:ln w="12700">
            <a:solidFill>
              <a:srgbClr val="1AA39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071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correct answers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173736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from company policy, with source; low-confidence answers flagged for a human.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23444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FE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53328" y="1252728"/>
            <a:ext cx="2615184" cy="64008"/>
          </a:xfrm>
          <a:prstGeom prst="rect">
            <a:avLst/>
          </a:prstGeom>
          <a:solidFill>
            <a:srgbClr val="4CC57A"/>
          </a:solidFill>
          <a:ln w="12700">
            <a:solidFill>
              <a:srgbClr val="4CC5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39903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risk detection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737360"/>
            <a:ext cx="2322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BGV, document and overdue-task blockers surfaced before Day 1 — protects first payroll.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metrics to track: % questions answered without HR · time from offer to "ready for Day 1" · # hires with payroll delayed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400" dirty="0"/>
          </a:p>
        </p:txBody>
      </p:sp>
      <p:pic>
        <p:nvPicPr>
          <p:cNvPr id="5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only in Netlify environment variables — never in the browser or GitHub (.env.example has names only; automated secret scan)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backups exported with all credentials stripped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(employee ID format, question length) and HTML-escaped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on all Supabase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for pay, legal, grievance and termination topics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data only — demo RLS and open MCP endpoints must be tightened before real use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457200" cy="457200"/>
          </a:xfrm>
          <a:prstGeom prst="ellipse">
            <a:avLst/>
          </a:prstGeom>
          <a:solidFill>
            <a:srgbClr val="0D25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11480" y="292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560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7498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do yet</a:t>
            </a:r>
            <a:endParaRPr lang="en-US" sz="1200" dirty="0"/>
          </a:p>
        </p:txBody>
      </p:sp>
      <p:pic>
        <p:nvPicPr>
          <p:cNvPr id="6" name="Image 0" descr="/home/claude/repo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74320"/>
            <a:ext cx="960120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23444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trial ends in about 8 days — workflows backed up, migration planned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or roles yet: anyone with the link can view demo data and send test welcomes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split between n8n Data Tables and Supabase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Intelligence embeddings use Gemini inside n8n (stored vectors depend on 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 body is a fixed n8n template; the Groq note is shown in the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3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I would fix next: unify data + add Supabase Auth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Future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17336B"/>
          </a:solidFill>
          <a:ln w="25400">
            <a:solidFill>
              <a:srgbClr val="1565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A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4 MCP tools to Supabase Edge Functions; one data store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17336B"/>
          </a:solidFill>
          <a:ln w="25400">
            <a:solidFill>
              <a:srgbClr val="1AA3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288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roles: new hire / manager / People 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17336B"/>
          </a:solidFill>
          <a:ln w="25400">
            <a:solidFill>
              <a:srgbClr val="4CC5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8288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Day-3 proactive nudges (Slack/email) + weekly manager digest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874520" cy="2194560"/>
          </a:xfrm>
          <a:prstGeom prst="roundRect">
            <a:avLst>
              <a:gd name="adj" fmla="val 3902"/>
            </a:avLst>
          </a:prstGeom>
          <a:solidFill>
            <a:srgbClr val="17336B"/>
          </a:solidFill>
          <a:ln w="25400">
            <a:solidFill>
              <a:srgbClr val="F7A82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417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8288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&amp; verification, Slack buddy assignment, time-to-productive analytics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OnboardAI by Amol Parbat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OnboardAI — Aarohan Technologies</dc:title>
  <dc:subject>PptxGenJS Presentation</dc:subject>
  <dc:creator>PptxGenJS</dc:creator>
  <cp:lastModifiedBy>PptxGenJS</cp:lastModifiedBy>
  <cp:revision>1</cp:revision>
  <dcterms:created xsi:type="dcterms:W3CDTF">2026-09-25T11:22:35Z</dcterms:created>
  <dcterms:modified xsi:type="dcterms:W3CDTF">2026-09-25T11:22:35Z</dcterms:modified>
</cp:coreProperties>
</file>